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104" d="100"/>
          <a:sy n="104" d="100"/>
        </p:scale>
        <p:origin x="8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4A269-5AE8-9590-DCC7-9890676E7E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1F157E-C3BE-9784-7A11-4C5C111EEE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7A0064-D3D7-4671-F3AA-71BDDD4FD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22/11/2024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74A90-A543-A4A5-78E1-8A4D6F45E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6A39B-CB52-CB65-8F37-E519420F0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791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344B0-F44B-BC44-4621-DFBFBFF78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48BA3-59E1-0ACA-78A4-BFA5170DC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18B79-5DA7-9B4D-62C9-A9B9DE6DC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22/11/2024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041498-BD25-EB5A-B7E0-9F69B5AAC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8CBBF-7C1F-DB0F-7C3E-B03D2B430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079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75303-F02B-4BA7-6F80-777EF3F48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8D2542-4634-DF42-0F22-CA0C37E328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E193E9-DE39-13B2-68BC-41019A845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22/11/2024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2CBDB-D82F-EE87-3053-6FEF2874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FA3069-2793-956D-1E92-FAB2BF993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0360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33B91-0CF1-BF89-8CC6-EB71EA645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C8786-6211-BC53-5D92-DFFCC78A13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86FDA3-409F-F1D2-5E28-263519724A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CA2EE4-B849-D250-1145-08E7190D6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22/11/2024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C9BCD2-4FE6-A729-9DEB-E55CFF2A3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B332C2-3ED4-E1D6-0530-6487B7A8D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623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F3E5F-1FB6-13C6-C7F4-EB9B245F1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084CB1-4079-AC7D-32DF-F82585545F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231250-0482-53E1-744C-1D983130F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585D79-C408-76CC-D58D-D65BB8D478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ECE2C5-3C19-4162-8BA5-680E9C28A0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A8DB51-E808-B626-634E-51319CC52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22/11/2024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492F4E-DF88-23CE-539C-54D951290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18D2CC-F632-2C97-E571-C4BEEE7B8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839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6E0DA-48C7-A9ED-CC80-F9A288DD1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A575E9-483B-090D-E9F0-9498A2562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22/11/2024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201D19-6781-33F6-A2AC-70DDFE9D6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61EACB-7B57-ACE9-27FD-C06AC1AE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9973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805B12-C1D3-CD71-4F2B-084E242DB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22/11/2024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1B6155-D26D-4589-7DF3-95BE79D0B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D13DD-7AF5-F736-7739-BD8D535D0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4945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0A568-7B9C-0EFA-0BF7-28DE3FE1F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0578A-0B1D-2D6B-8ED3-2169ABA431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A1CE73-4A1E-3417-053A-F5F70F583A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49FFC-F144-09D0-6B06-F66E86EE8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22/11/2024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D94071-F8B3-4475-E773-B4C0477A5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435CB-6FCD-F35E-5F06-3FF54D4A9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0490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1A9C-1329-A56F-2537-D8E5DFA0A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CCF3AA-3445-6E97-290F-6A3C26AE0D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84BC6D-12B7-9C4B-BEEF-E9EBFE9E75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D1E670-C2F8-AB48-68EF-2B320141F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22/11/2024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FD70B-3326-297B-352C-E9D50E281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B2D117-A90C-3474-0A9A-3202742C7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0041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962BD-3C37-D003-3EE2-054EC79D3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CF2F28-F84B-8816-4FEA-71A6D32CF3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885994-D9F3-ED6C-3FA9-4679CB1DD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22/11/2024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5D7EA-4ED0-2188-805B-FB0800382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83693-FFA7-02E2-BC83-E50ACB8A7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4785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557076-BF26-873C-2810-4A6BA2A710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800107-5A74-BF00-0208-E9C0CDED56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BDE91-8602-55EC-C697-946321BB8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22/11/2024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D91B15-27C7-4233-5901-4F00FDA80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F06BA-6E22-97E4-FC84-1FC937810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1440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F48AE4-5F0C-24CC-7437-58C986BBA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9A3C7B-08CD-8FD7-8217-8DF7285CD4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A22863-BB98-E95D-A5F9-4B93CC21DB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C3C57F-C92A-483E-A8E5-2F94B59C9323}" type="datetimeFigureOut">
              <a:rPr lang="en-GB" smtClean="0"/>
              <a:t>22/11/2024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CFB1F-00DC-6F7F-5F3E-48BC369C7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F51B6-23BB-BDAD-E07F-8E9DAF178A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2142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89A5C-8EAF-D622-9AD8-85747CADCD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Acoustic Signatures of Quadcopter Propellers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757E4D-9D2A-E465-6BD0-4F479ABA08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91820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B66DD-BA91-54D3-4B60-73B1C0960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Context and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4A76D-A7FD-8847-FF28-6A5BE4C3D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Wider purpose and application </a:t>
            </a:r>
          </a:p>
          <a:p>
            <a:r>
              <a:rPr lang="en-GB" dirty="0"/>
              <a:t>First slide should be attention grabbing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Recent research interest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9635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D6236-4AA6-6861-46AD-140A40AA4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GB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E358F-D7FF-016F-569C-6BD94603C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2"/>
            <a:ext cx="10515600" cy="5208491"/>
          </a:xfrm>
        </p:spPr>
        <p:txBody>
          <a:bodyPr>
            <a:normAutofit/>
          </a:bodyPr>
          <a:lstStyle/>
          <a:p>
            <a:r>
              <a:rPr lang="en-GB" dirty="0"/>
              <a:t>Design and build an experimental setup to measure</a:t>
            </a:r>
            <a:r>
              <a:rPr lang="en-GB" b="1" dirty="0"/>
              <a:t> aerodynamic performance</a:t>
            </a:r>
            <a:r>
              <a:rPr lang="en-GB" dirty="0"/>
              <a:t> and </a:t>
            </a:r>
            <a:r>
              <a:rPr lang="en-GB" b="1" dirty="0"/>
              <a:t>acoustic signatures </a:t>
            </a:r>
            <a:r>
              <a:rPr lang="en-GB" sz="2800" dirty="0"/>
              <a:t>of various propeller designs</a:t>
            </a:r>
          </a:p>
          <a:p>
            <a:endParaRPr lang="en-GB" dirty="0"/>
          </a:p>
          <a:p>
            <a:r>
              <a:rPr lang="en-GB" dirty="0"/>
              <a:t>Attribute changes in measured acoustic spectrum to changes in propeller geometry.</a:t>
            </a:r>
          </a:p>
          <a:p>
            <a:endParaRPr lang="en-GB" dirty="0"/>
          </a:p>
          <a:p>
            <a:r>
              <a:rPr lang="en-GB" dirty="0"/>
              <a:t>Identify a trade-off between aerodynamic performance and acoustic annoyance</a:t>
            </a:r>
          </a:p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513545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0573-6E57-F2A4-9CFE-D27D9B593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Propeller geometry modifications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0587A-2D0D-DEEE-A7B1-BA0FCA7A3B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3200" dirty="0"/>
              <a:t>Current research has covered changes in</a:t>
            </a:r>
          </a:p>
          <a:p>
            <a:pPr lvl="1"/>
            <a:r>
              <a:rPr lang="en-GB" sz="2800" dirty="0"/>
              <a:t>tip geometry</a:t>
            </a:r>
          </a:p>
          <a:p>
            <a:pPr lvl="1"/>
            <a:r>
              <a:rPr lang="en-GB" sz="2800" dirty="0"/>
              <a:t>sweep</a:t>
            </a:r>
          </a:p>
          <a:p>
            <a:pPr lvl="1"/>
            <a:r>
              <a:rPr lang="en-GB" sz="2800" dirty="0"/>
              <a:t>blade spacing</a:t>
            </a:r>
          </a:p>
          <a:p>
            <a:pPr lvl="1"/>
            <a:r>
              <a:rPr lang="en-GB" sz="2800" dirty="0"/>
              <a:t>blade span</a:t>
            </a:r>
          </a:p>
          <a:p>
            <a:r>
              <a:rPr lang="en-GB" sz="3200" dirty="0"/>
              <a:t>Research into toroidal propellers is limited</a:t>
            </a:r>
          </a:p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59493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25F83-4A70-EC07-83C3-28018AF71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92C3A-A61D-9091-F578-573CE6EE4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Improvements in efficiency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28061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F8942-9360-F860-55C9-3090EA785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Experimental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DFD70-B897-4A43-D1BE-A1240A25F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Aerodynamic performance in the form of an efficiency value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Efficiency = </a:t>
            </a:r>
            <a:r>
              <a:rPr lang="en-GB" dirty="0" err="1"/>
              <a:t>C_thrust</a:t>
            </a:r>
            <a:r>
              <a:rPr lang="en-GB" dirty="0"/>
              <a:t> / </a:t>
            </a:r>
            <a:r>
              <a:rPr lang="en-GB" dirty="0" err="1"/>
              <a:t>C_power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Power is calculated by angular speed * torque from moment of drag.</a:t>
            </a:r>
          </a:p>
          <a:p>
            <a:pPr marL="0" indent="0">
              <a:buNone/>
            </a:pPr>
            <a:r>
              <a:rPr lang="en-GB" dirty="0"/>
              <a:t>Need to measure speed, torque, thrust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4570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ECBE2-A4C4-70B6-C758-B1BD9EEA9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DD7C6-C812-D98F-82FE-5FE4081FF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7270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1853</TotalTime>
  <Words>128</Words>
  <Application>Microsoft Office PowerPoint</Application>
  <PresentationFormat>Widescreen</PresentationFormat>
  <Paragraphs>30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Acoustic Signatures of Quadcopter Propellers</vt:lpstr>
      <vt:lpstr>Context and application</vt:lpstr>
      <vt:lpstr>Objectives</vt:lpstr>
      <vt:lpstr>Propeller geometry modifications</vt:lpstr>
      <vt:lpstr>Hypothesis</vt:lpstr>
      <vt:lpstr>Experimental setup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Louis Pender</dc:creator>
  <cp:lastModifiedBy>Louis Pender</cp:lastModifiedBy>
  <cp:revision>9</cp:revision>
  <dcterms:created xsi:type="dcterms:W3CDTF">2024-11-22T13:57:46Z</dcterms:created>
  <dcterms:modified xsi:type="dcterms:W3CDTF">2024-11-23T20:51:00Z</dcterms:modified>
</cp:coreProperties>
</file>